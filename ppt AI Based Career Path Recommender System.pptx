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7882C73-F4D4-44CB-B434-F4B675C47B69}">
          <p14:sldIdLst>
            <p14:sldId id="262"/>
            <p14:sldId id="257"/>
            <p14:sldId id="258"/>
            <p14:sldId id="259"/>
            <p14:sldId id="260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Shetty" userId="7d121981b237e3f0" providerId="LiveId" clId="{83665F6A-F4D5-4B07-A7B8-A9C066FFA4F5}"/>
    <pc:docChg chg="delSld modSection">
      <pc:chgData name="Harshita Shetty" userId="7d121981b237e3f0" providerId="LiveId" clId="{83665F6A-F4D5-4B07-A7B8-A9C066FFA4F5}" dt="2026-03-31T16:56:21.889" v="0" actId="2696"/>
      <pc:docMkLst>
        <pc:docMk/>
      </pc:docMkLst>
      <pc:sldChg chg="del">
        <pc:chgData name="Harshita Shetty" userId="7d121981b237e3f0" providerId="LiveId" clId="{83665F6A-F4D5-4B07-A7B8-A9C066FFA4F5}" dt="2026-03-31T16:56:21.889" v="0" actId="2696"/>
        <pc:sldMkLst>
          <pc:docMk/>
          <pc:sldMk cId="578364445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CB3D-3FCA-C80B-6557-8FBD5C23E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4ABAB-2F0D-7A74-69DC-523299608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4104F-4392-0589-0C7F-AD07FBB1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B2E1-DE8C-887A-459C-6BF28B05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BFCF-BE64-1A10-B5C7-1C1F203F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76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4AF8-5BCD-0BD2-5AFF-0E99CF5E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8AD6C-98B0-AADC-B6FB-438B4160A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8F96-686A-8BAC-BE0D-5DD8CE56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C4B7B-4A4E-C105-11CF-1A9BA09B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949D-8A8D-AC7C-9EE0-709A93FE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65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FDAF-02F5-4E97-9F65-3CEC7571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99C37-F7DC-8E7B-772E-7873731A8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7A69D-BE40-FDBC-B5B8-106F84E0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E7C8A-2E16-89B9-2087-89DCA99B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A8C4C-04F5-E655-8DA4-E6D2D554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1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FA88-B17D-0E39-575F-AE12452F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93FA-1EA0-AA0E-8450-B6E3FDEE9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E4DBF-8D27-1C64-835F-817DAEB52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D4224-14C5-FDD7-AA99-120F2CF3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EE1FE-5057-2964-DD7C-A8173D27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EA62A-D0ED-15DF-1A7F-C6E440CC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381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A86F-A38D-FB8E-2D8B-E070FB0E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5BBBC-2187-2FAF-4CDC-CD81DC56C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C0CB9-8584-42AE-98B9-5D2B66FAA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98418E-EDBA-4A59-36B9-6A30F9AD4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E14E0-A241-E820-F87B-2C7D62991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B4A81-7F0D-DAED-E76D-5AA30A38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24BFE-E6C6-CBF7-C72D-AD8AE7A1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0FC3C-771C-AB73-8A39-4A3655F0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86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8E7A-7614-6688-8C04-D6D98567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758A3-A746-FD9A-35B8-3AFA83A9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7B922-CC34-0825-417A-48E20737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A1D4F-5A4B-A3E5-8497-461D8BA6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49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94CBBD-E566-F7BD-6CC1-9E7E9D50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18260-EAF9-9021-DD14-2EB1BD59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ED89-C02E-EF84-8982-F95F2E14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00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1F19-573F-1AF3-0085-4DA37C26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01D1-C941-856F-AB5C-7A13E659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96D9-FE4D-7D7A-F89D-23DB2F70F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8B570-62EA-F62E-AC4D-98C1BA25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9FB1A-98B2-6428-0CD9-A5ED4E61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F7C8F-374D-324F-A267-DD3E9AB6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36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B9CB9-2ADD-0FEE-5223-1BACA607A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26C712-C689-DA87-63B0-CD666C5D3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F417D-BAA1-BA73-41C5-34D1A6D12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59075-6005-6BAA-5F3E-5D504139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6C3AC-C1C6-C92D-95AA-90EBC14BB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870AA-A0F5-8890-6999-2F55D863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FAD2-0E8F-1705-3715-784F7587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3EB12-6F4C-420A-739D-3DBE8B669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B1865-0A03-AA2D-7EBF-B9168B88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1324A-ABEB-5754-7BBB-375184E4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DBAA1-3B71-8E95-CBF8-5A30CA80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09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A72B2-4489-11DC-2D37-B7E022EEF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46433-03CC-3C61-8A31-4A0C3701B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B0F0-54E6-7A45-83EE-682382AB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390B-CB61-0C8B-BEC8-9B9CB0EB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D62A-B94B-7D6B-DFD9-2B3AC38F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28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3798F-3EE7-E716-CD00-7CAC2860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3843-9F2F-F5EF-328C-A69B0730A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3FE0E-E021-903A-96FD-9E3AF80AD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CB8D5-26B6-4780-9F2E-5BB79EA3254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08DFF-CC4B-7183-9754-334632ADF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FE23F-D32A-56F8-2DD9-8240EB3F3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70D9C-912F-4D86-940B-798FE4108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49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86D41-25D2-8DD2-8BF4-3ADDDF6B6105}"/>
              </a:ext>
            </a:extLst>
          </p:cNvPr>
          <p:cNvSpPr txBox="1"/>
          <p:nvPr/>
        </p:nvSpPr>
        <p:spPr>
          <a:xfrm>
            <a:off x="3834581" y="3313471"/>
            <a:ext cx="5358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EC9AC-DF6D-DEC2-4E65-F3F70903C722}"/>
              </a:ext>
            </a:extLst>
          </p:cNvPr>
          <p:cNvSpPr txBox="1"/>
          <p:nvPr/>
        </p:nvSpPr>
        <p:spPr>
          <a:xfrm>
            <a:off x="589934" y="2379406"/>
            <a:ext cx="1090397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300" b="1" i="1" dirty="0"/>
              <a:t>AI Based Career Path Recommender System</a:t>
            </a:r>
            <a:endParaRPr lang="en-IN" sz="43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4B7DF-C819-FEC2-867B-B3EC9E6F1AAA}"/>
              </a:ext>
            </a:extLst>
          </p:cNvPr>
          <p:cNvSpPr txBox="1"/>
          <p:nvPr/>
        </p:nvSpPr>
        <p:spPr>
          <a:xfrm>
            <a:off x="9035845" y="5437239"/>
            <a:ext cx="2979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By: </a:t>
            </a:r>
          </a:p>
          <a:p>
            <a:r>
              <a:rPr lang="en-US" sz="2000" i="1" dirty="0"/>
              <a:t>    Ayesha Anjum</a:t>
            </a:r>
          </a:p>
          <a:p>
            <a:r>
              <a:rPr lang="en-US" sz="2000" i="1" dirty="0"/>
              <a:t>    Harshita Shetty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3243434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05C8-0949-D2C5-D4B0-5D57E57A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8" y="365125"/>
            <a:ext cx="11145252" cy="1325563"/>
          </a:xfrm>
        </p:spPr>
        <p:txBody>
          <a:bodyPr/>
          <a:lstStyle/>
          <a:p>
            <a:r>
              <a:rPr lang="en-IN" b="1" i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D244F-3D1B-5C73-8CB5-D9FC4D233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8" y="1690687"/>
            <a:ext cx="11774904" cy="4802188"/>
          </a:xfrm>
        </p:spPr>
        <p:txBody>
          <a:bodyPr>
            <a:normAutofit/>
          </a:bodyPr>
          <a:lstStyle/>
          <a:p>
            <a:pPr algn="just"/>
            <a:r>
              <a:rPr lang="en-US" sz="2900" i="1" dirty="0"/>
              <a:t>Choosing the right career path is a challenging task for students due to lack of proper guidance and awareness about available opportunities. </a:t>
            </a:r>
          </a:p>
          <a:p>
            <a:pPr algn="just"/>
            <a:r>
              <a:rPr lang="en-US" sz="2900" i="1" dirty="0"/>
              <a:t>The system uses Artificial Intelligence techniques to analyze user inputs and recommend personalized career paths. A web-based interface allows users to complete assessments and receive career suggestions instantly.</a:t>
            </a:r>
          </a:p>
          <a:p>
            <a:pPr algn="just"/>
            <a:r>
              <a:rPr lang="en-US" sz="2900" i="1" dirty="0"/>
              <a:t>The frontend is developed using React 18 for an interactive user experience, while Firebase is used as the backend for authentication, database management, and real-time data storage.</a:t>
            </a:r>
          </a:p>
          <a:p>
            <a:pPr algn="just"/>
            <a:r>
              <a:rPr lang="en-US" sz="2900" i="1" dirty="0"/>
              <a:t>This system aims to assist students in making informed career decisions and reducing confusion during career selection</a:t>
            </a:r>
            <a:endParaRPr lang="en-IN" sz="2900" i="1" dirty="0"/>
          </a:p>
        </p:txBody>
      </p:sp>
    </p:spTree>
    <p:extLst>
      <p:ext uri="{BB962C8B-B14F-4D97-AF65-F5344CB8AC3E}">
        <p14:creationId xmlns:p14="http://schemas.microsoft.com/office/powerpoint/2010/main" val="35402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334A-C29C-B146-20E0-21250DF4E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365125"/>
            <a:ext cx="10921181" cy="1325563"/>
          </a:xfrm>
        </p:spPr>
        <p:txBody>
          <a:bodyPr/>
          <a:lstStyle/>
          <a:p>
            <a:r>
              <a:rPr lang="en-IN" b="1" i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4FFC7-3434-6B6E-2B95-1EDDF25F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1825625"/>
            <a:ext cx="10921181" cy="4351338"/>
          </a:xfrm>
        </p:spPr>
        <p:txBody>
          <a:bodyPr/>
          <a:lstStyle/>
          <a:p>
            <a:pPr algn="just"/>
            <a:r>
              <a:rPr lang="en-US" sz="3200" i="1" dirty="0"/>
              <a:t>To analyze user skills and interests. </a:t>
            </a:r>
          </a:p>
          <a:p>
            <a:pPr algn="just"/>
            <a:r>
              <a:rPr lang="en-US" sz="3200" i="1" dirty="0"/>
              <a:t>To recommend suitable career paths using AI logic. </a:t>
            </a:r>
          </a:p>
          <a:p>
            <a:pPr algn="just"/>
            <a:r>
              <a:rPr lang="en-US" sz="3200" i="1" dirty="0"/>
              <a:t>To provide personalized career suggestions. </a:t>
            </a:r>
          </a:p>
          <a:p>
            <a:pPr algn="just"/>
            <a:r>
              <a:rPr lang="en-US" sz="3200" i="1" dirty="0"/>
              <a:t>To create an easy-to-use web application. </a:t>
            </a:r>
          </a:p>
          <a:p>
            <a:pPr algn="just"/>
            <a:r>
              <a:rPr lang="en-US" sz="3200" i="1" dirty="0"/>
              <a:t>To store and manage user data securely.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70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BE26-90CE-92C6-1A48-C13F3C50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365125"/>
            <a:ext cx="10960510" cy="886159"/>
          </a:xfrm>
        </p:spPr>
        <p:txBody>
          <a:bodyPr/>
          <a:lstStyle/>
          <a:p>
            <a:r>
              <a:rPr lang="en-IN" b="1" i="1" dirty="0"/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4A9A-7325-7228-977C-37CD6C885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51284"/>
            <a:ext cx="10960510" cy="5241591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The system is implemented as a web application consisting of frontend and backend components.</a:t>
            </a:r>
          </a:p>
          <a:p>
            <a:endParaRPr lang="en-US" i="1" dirty="0"/>
          </a:p>
          <a:p>
            <a:r>
              <a:rPr lang="en-IN" i="1" dirty="0"/>
              <a:t>Step-by-Step Implementation: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User registers/login using Firebase Authentication. 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User fills career assessment form (skills, interests, preferences). 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Data is stored in Firebase </a:t>
            </a:r>
            <a:r>
              <a:rPr lang="en-IN" i="1" dirty="0" err="1"/>
              <a:t>Firestore</a:t>
            </a:r>
            <a:r>
              <a:rPr lang="en-IN" i="1" dirty="0"/>
              <a:t> database. 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AI recommendation logic processes user inputs. 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System </a:t>
            </a:r>
            <a:r>
              <a:rPr lang="en-IN" i="1" dirty="0" err="1"/>
              <a:t>analyzes</a:t>
            </a:r>
            <a:r>
              <a:rPr lang="en-IN" i="1" dirty="0"/>
              <a:t> data using predefined rules/ML model. 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Career recommendations are generated. 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/>
              <a:t>Results displayed on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58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CD4B-8D27-AA92-ABAB-B092480D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65125"/>
            <a:ext cx="10990006" cy="765585"/>
          </a:xfrm>
        </p:spPr>
        <p:txBody>
          <a:bodyPr/>
          <a:lstStyle/>
          <a:p>
            <a:r>
              <a:rPr lang="en-IN" i="1" dirty="0"/>
              <a:t>System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6059-75AB-B19F-A7CC-2FF7C83A5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1130710"/>
            <a:ext cx="10990006" cy="5456903"/>
          </a:xfrm>
        </p:spPr>
        <p:txBody>
          <a:bodyPr/>
          <a:lstStyle/>
          <a:p>
            <a:r>
              <a:rPr lang="en-IN" b="1" i="1" dirty="0"/>
              <a:t>Architecture Components</a:t>
            </a:r>
            <a:endParaRPr lang="en-IN" i="1" dirty="0"/>
          </a:p>
          <a:p>
            <a:pPr marL="0" indent="0">
              <a:buNone/>
            </a:pPr>
            <a:r>
              <a:rPr lang="en-IN" i="1" dirty="0"/>
              <a:t>    User Interface (React 18) </a:t>
            </a:r>
          </a:p>
          <a:p>
            <a:pPr marL="0" indent="0">
              <a:buNone/>
            </a:pPr>
            <a:r>
              <a:rPr lang="en-IN" i="1" dirty="0"/>
              <a:t>    AI Recommendation Engine </a:t>
            </a:r>
          </a:p>
          <a:p>
            <a:pPr marL="0" indent="0">
              <a:buNone/>
            </a:pPr>
            <a:r>
              <a:rPr lang="en-IN" i="1" dirty="0"/>
              <a:t>    Firebase Authentication </a:t>
            </a:r>
          </a:p>
          <a:p>
            <a:pPr marL="0" indent="0">
              <a:buNone/>
            </a:pPr>
            <a:r>
              <a:rPr lang="en-IN" i="1" dirty="0"/>
              <a:t>    </a:t>
            </a:r>
            <a:r>
              <a:rPr lang="en-IN" i="1" dirty="0" err="1"/>
              <a:t>Firestore</a:t>
            </a:r>
            <a:r>
              <a:rPr lang="en-IN" i="1" dirty="0"/>
              <a:t> Database </a:t>
            </a:r>
          </a:p>
          <a:p>
            <a:pPr marL="0" indent="0">
              <a:buNone/>
            </a:pPr>
            <a:r>
              <a:rPr lang="en-IN" i="1" dirty="0"/>
              <a:t>    Hosting &amp; Deployment</a:t>
            </a:r>
          </a:p>
          <a:p>
            <a:pPr marL="0" indent="0">
              <a:buNone/>
            </a:pPr>
            <a:endParaRPr lang="en-IN" i="1" dirty="0"/>
          </a:p>
          <a:p>
            <a:r>
              <a:rPr lang="en-IN" b="1" i="1" dirty="0"/>
              <a:t>Working Flow:</a:t>
            </a:r>
            <a:endParaRPr lang="en-IN" i="1" dirty="0"/>
          </a:p>
          <a:p>
            <a:pPr marL="0" indent="0">
              <a:buNone/>
            </a:pPr>
            <a:r>
              <a:rPr lang="en-IN" i="1" dirty="0"/>
              <a:t>     User → React Frontend → Firebase Backend → AI Model → Career Recommendation → Display Results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34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F68A-A6FB-3FC4-83A2-B4D22C11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r>
              <a:rPr lang="en-IN" i="1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BB1CF-3D6A-DFF9-CD22-CF1A27096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>
            <a:normAutofit lnSpcReduction="10000"/>
          </a:bodyPr>
          <a:lstStyle/>
          <a:p>
            <a:r>
              <a:rPr lang="en-IN" b="1" i="1" dirty="0"/>
              <a:t>Frontend</a:t>
            </a:r>
          </a:p>
          <a:p>
            <a:pPr marL="0" indent="0">
              <a:buNone/>
            </a:pPr>
            <a:r>
              <a:rPr lang="en-IN" i="1" dirty="0"/>
              <a:t>    React 18</a:t>
            </a:r>
            <a:endParaRPr lang="en-IN" b="1" i="1" dirty="0"/>
          </a:p>
          <a:p>
            <a:pPr marL="0" indent="0">
              <a:buNone/>
            </a:pPr>
            <a:r>
              <a:rPr lang="en-IN" b="1" i="1" dirty="0"/>
              <a:t>    </a:t>
            </a:r>
            <a:r>
              <a:rPr lang="en-IN" i="1" dirty="0"/>
              <a:t>JavaScript</a:t>
            </a:r>
          </a:p>
          <a:p>
            <a:pPr marL="0" indent="0">
              <a:buNone/>
            </a:pPr>
            <a:endParaRPr lang="en-IN" i="1" dirty="0"/>
          </a:p>
          <a:p>
            <a:r>
              <a:rPr lang="en-US" b="1" i="1" dirty="0"/>
              <a:t>Backend</a:t>
            </a:r>
          </a:p>
          <a:p>
            <a:pPr marL="0" indent="0">
              <a:buNone/>
            </a:pPr>
            <a:r>
              <a:rPr lang="en-US" i="1" dirty="0"/>
              <a:t>    Firebase Authentication </a:t>
            </a:r>
          </a:p>
          <a:p>
            <a:pPr marL="0" indent="0">
              <a:buNone/>
            </a:pPr>
            <a:r>
              <a:rPr lang="en-US" i="1" dirty="0"/>
              <a:t>    Firebase </a:t>
            </a:r>
            <a:r>
              <a:rPr lang="en-US" i="1" dirty="0" err="1"/>
              <a:t>Firestore</a:t>
            </a:r>
            <a:r>
              <a:rPr lang="en-US" i="1" dirty="0"/>
              <a:t> Database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IN" b="1" i="1" dirty="0"/>
              <a:t>Tools</a:t>
            </a:r>
          </a:p>
          <a:p>
            <a:pPr marL="0" indent="0">
              <a:buNone/>
            </a:pPr>
            <a:r>
              <a:rPr lang="en-IN" i="1" dirty="0"/>
              <a:t>    VS Code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793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A53D2-C2E4-4B55-592F-05E482743200}"/>
              </a:ext>
            </a:extLst>
          </p:cNvPr>
          <p:cNvSpPr txBox="1"/>
          <p:nvPr/>
        </p:nvSpPr>
        <p:spPr>
          <a:xfrm>
            <a:off x="1101213" y="2379406"/>
            <a:ext cx="98224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 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91467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297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Abstract</vt:lpstr>
      <vt:lpstr>Objectives</vt:lpstr>
      <vt:lpstr>System Implementation</vt:lpstr>
      <vt:lpstr>System Architecture </vt:lpstr>
      <vt:lpstr>Technologies Used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Shetty</dc:creator>
  <cp:lastModifiedBy>Harshita Shetty</cp:lastModifiedBy>
  <cp:revision>1</cp:revision>
  <dcterms:created xsi:type="dcterms:W3CDTF">2026-03-31T16:19:26Z</dcterms:created>
  <dcterms:modified xsi:type="dcterms:W3CDTF">2026-03-31T16:56:25Z</dcterms:modified>
</cp:coreProperties>
</file>